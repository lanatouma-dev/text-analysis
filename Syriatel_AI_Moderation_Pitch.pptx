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E2761">
              <a:alpha val="45000"/>
            </a:srgbClr>
          </a:solidFill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SMS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Local.  Fully Owned.  Built for Syriatel.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4434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 •  Arabic-First  •  On-Premises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Syriatel's bulk messaging system sends millions of SMS messages per day with no guardrails against offensive, harmful, or sensitive content leaving company infrastructure.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" y="1810512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1810512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10512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Profanity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11096" y="1810512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11096" y="1810512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1810512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810512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810512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810512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&amp; Violence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04104" y="1810512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04104" y="1810512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1810512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Content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0608" y="1810512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0608" y="1810512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1810512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Sensitivity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2761488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761488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61488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Offense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11096" y="2761488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11096" y="2761488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0824" y="2761488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Leak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761488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0" y="2761488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2761488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Phishing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04104" y="2761488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04104" y="2761488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761488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Defamation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50608" y="2761488"/>
            <a:ext cx="166420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2761488"/>
            <a:ext cx="45720" cy="80467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2761488"/>
            <a:ext cx="1527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Patterns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Risk Categories  —  AI-detected before any message leaves the company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114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message is sent without being screened.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286000" cy="8686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RabbitMQ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Source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05456" y="153162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367028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097280"/>
            <a:ext cx="2286000" cy="8686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Consumer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65776" y="153162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367028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097280"/>
            <a:ext cx="2286000" cy="8686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10-head, on-prem GPU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0" cy="4114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Confidence Scores  (0–1 each)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2423160"/>
            <a:ext cx="2560320" cy="7315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423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score ≥ 0.7?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3154680"/>
            <a:ext cx="0" cy="1371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291840"/>
            <a:ext cx="3017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291840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3456432"/>
            <a:ext cx="182880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3456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&lt; 0.7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3291840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3456432"/>
            <a:ext cx="18288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456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HUMAN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score ≥ 0.7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43068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AceGPT generates Arabic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for reviewers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MARBERT?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691640" cy="594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Billion+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40280" y="111556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tweets in training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139903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Dialect-rich, short-text, code-switched — mirrors real SMS messaging patterns including Levantine Arabic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1691640" cy="594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5623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40280" y="1874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157984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Efficient: runs comfortably on a single mid-range GPU without heavy or expensive infrastructure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691640" cy="594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1518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5–20ms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26334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message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91693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millions of messages per day with minimal backpressure on the messaging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1691640" cy="594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741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2.0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40280" y="3392424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license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367588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Syriatel owns the deployment. No vendor lock-in. Full control over data, weights, and retraining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1691640" cy="5943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3308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40280" y="415137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data sovereignty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40280" y="44348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message ever leaves Syriatel’s infrastructure to reach an external API or cloud service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960120"/>
            <a:ext cx="2011680" cy="3246120"/>
          </a:xfrm>
          <a:prstGeom prst="rect">
            <a:avLst/>
          </a:prstGeom>
          <a:solidFill>
            <a:srgbClr val="1A2744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960120"/>
            <a:ext cx="201168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737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happens on-premises. No customer message ever reaches an external API. Full compliance with telecom regulatory requirements.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67712" y="960120"/>
            <a:ext cx="2011680" cy="3246120"/>
          </a:xfrm>
          <a:prstGeom prst="rect">
            <a:avLst/>
          </a:prstGeom>
          <a:solidFill>
            <a:srgbClr val="1A2744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67712" y="960120"/>
            <a:ext cx="201168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0972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04872" y="1828800"/>
            <a:ext cx="1737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messages per day on a single GPU. 5–20ms latency per message. Celery workers scale horizontally as volume grows.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98264" y="960120"/>
            <a:ext cx="2011680" cy="3246120"/>
          </a:xfrm>
          <a:prstGeom prst="rect">
            <a:avLst/>
          </a:prstGeom>
          <a:solidFill>
            <a:srgbClr val="1A2744"/>
          </a:solidFill>
          <a:ln w="19050">
            <a:solidFill>
              <a:srgbClr val="92400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960120"/>
            <a:ext cx="2011680" cy="640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0972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5424" y="1828800"/>
            <a:ext cx="1737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— humans decide. No auto-rejection. Full moderator dashboard with approval, quarantine, and complete audit trail.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28816" y="960120"/>
            <a:ext cx="2011680" cy="3246120"/>
          </a:xfrm>
          <a:prstGeom prst="rect">
            <a:avLst/>
          </a:prstGeom>
          <a:solidFill>
            <a:srgbClr val="1A2744"/>
          </a:solidFill>
          <a:ln w="19050">
            <a:solidFill>
              <a:srgbClr val="581C8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960120"/>
            <a:ext cx="2011680" cy="64008"/>
          </a:xfrm>
          <a:prstGeom prst="rect">
            <a:avLst/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10972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Cost-Effective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65976" y="1828800"/>
            <a:ext cx="1737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$500–2k/month GPU compute vs. $30k+/month in external API costs at this volume. Model improves with every moderator decision.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Syriatel — Powered by Open-Source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SMS Moderation System</dc:title>
  <dc:subject>PptxGenJS Presentation</dc:subject>
  <dc:creator>Syriatel AI Team</dc:creator>
  <cp:lastModifiedBy>Syriatel AI Team</cp:lastModifiedBy>
  <cp:revision>1</cp:revision>
  <dcterms:created xsi:type="dcterms:W3CDTF">2026-05-26T21:42:22Z</dcterms:created>
  <dcterms:modified xsi:type="dcterms:W3CDTF">2026-05-26T21:42:22Z</dcterms:modified>
</cp:coreProperties>
</file>